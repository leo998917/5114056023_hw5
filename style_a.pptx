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39FF14"/>
                </a:solidFill>
              </a:defRPr>
            </a:pPr>
            <a:r>
              <a:t>珍珠奶茶的歷史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00FFFF"/>
                </a:solidFill>
              </a:defRPr>
            </a:pPr>
            <a:r>
              <a:t>從台灣夜市到全球潮流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39FF14"/>
                </a:solidFill>
              </a:defRPr>
            </a:pPr>
            <a:r>
              <a:t>目錄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FFFF"/>
                </a:solidFill>
              </a:defRPr>
            </a:pPr>
            <a:r>
              <a:t>1. 珍珠奶茶的起源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2. 技術與配料演進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3. 全球化與文化影響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>
                <a:solidFill>
                  <a:srgbClr val="39FF14"/>
                </a:solidFill>
              </a:defRPr>
            </a:pPr>
            <a:r>
              <a:t>珍珠奶茶的起源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FFFF"/>
                </a:solidFill>
              </a:defRPr>
            </a:pPr>
            <a:r>
              <a:t>1980 年代誕生於台灣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結合紅茶、牛奶與粉圓</a:t>
            </a:r>
          </a:p>
          <a:p>
            <a:pPr>
              <a:defRPr sz="2000">
                <a:solidFill>
                  <a:srgbClr val="00FFFF"/>
                </a:solidFill>
              </a:defRPr>
            </a:pPr>
            <a:r>
              <a:t>夜市文化的重要象徵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