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200" b="1">
                <a:solidFill>
                  <a:srgbClr val="404040"/>
                </a:solidFill>
              </a:defRPr>
            </a:pPr>
            <a:r>
              <a:t>珍珠奶茶的歷史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200">
                <a:solidFill>
                  <a:srgbClr val="FF8C00"/>
                </a:solidFill>
              </a:defRPr>
            </a:pPr>
            <a:r>
              <a:t>一杯飲料的文化旅程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>
                <a:solidFill>
                  <a:srgbClr val="404040"/>
                </a:solidFill>
              </a:defRPr>
            </a:pPr>
            <a:r>
              <a:t>目錄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珍珠奶茶的誕生背景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原料與風味的演變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世界各地的流行趨勢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404040"/>
                </a:solidFill>
              </a:defRPr>
            </a:pPr>
            <a:r>
              <a:t>文化與流行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台灣飲料文化代表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受到年輕世代喜愛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成為國際化品牌商品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